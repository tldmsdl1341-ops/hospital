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 데이터 흐름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run dev → 12단계 시퀀스 → Spring Boot → Oracle → UI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12단계 시퀀스 · hospital-project + hospital-backend · GET /api/menus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기준 12단계 시퀀스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sidebar-data-flow.md mermaid 다이어그램의 화살표 1개 = Step 1개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PPT는 7단계로 압축되어 Step 8~12가 빠져 있었음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버전: Step 01~12 각각 섹션 + 상세 슬라이드 2장씩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준비(서버 기동·Store 초기화)는 Step 이전 별도 구간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참여자 (Participants)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Sidebar.tsx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Redux Store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SidebarSaga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SidebarApi (Axios)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MenuController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MenuService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 AUTH_MENU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22452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Step 12는 Saga→Redux→Sidebar→Browser까지 UI 렌더까지 포함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 전체 — Step 01 ~ 06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8503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→ Sidebar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9784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마운트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16128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MainLayout이 Sidebar.tsx를 DOM에 올림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99032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99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3807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 → Redux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0120" y="1508760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dispatch(fetchSidebarRequest)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691640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useEffect 마운트 시 액션 1회 전송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29384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29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19110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Redux → Saga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60120" y="203911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takeLatest 감지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22199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Slice loading=true + watcher가 worker 실행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59736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59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4414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Saga → API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0120" y="256946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call(fetchSidebarApi)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27523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saga가 API 함수 Promise 실행 위임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29718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→ Spring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0120" y="309981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/api/menus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28269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Axios cross-origin HTTP 요청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5021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→ Service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0120" y="363016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getMenuTree() 호출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381304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Controller가 Service에 트리 조회 위임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 전체 — Step 07 ~ 12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8503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→ DB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9784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AUTH_MENU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16128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MyBatis가 Oracle에서 평면 목록 조회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99032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99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3807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→ Service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0120" y="1508760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List&lt;Menu&gt; 반환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691640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IS_ACTIVE='Y' row 목록이 Java로 매핑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29384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29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19110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→ Spring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60120" y="203911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 트리 MenuNodeDto[]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22199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buildTree() 재귀로 parentId 기반 트리 구성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59736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59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4414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→ API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0120" y="256946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HTTP 200 응답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27523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Jackson이 List&lt;MenuNodeDto&gt; → JSON 직렬화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29718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→ Saga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0120" y="309981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SidebarItem[] (response.data)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28269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Axios가 JSON 파싱 후 .data만 return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5021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Saga → Redux → UI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0120" y="363016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put(success) → items → 렌더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381304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Redux 갱신 후 Sidebar/SidebarItem 표시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 — 실행 환경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npm run dev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HospitalApplication.main()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8081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Oracle XE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1521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Axios baseURL = http://localhost:8081  |  CORS = localhost:3000 허용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0-A — npm run dev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개발 서버 기동 (Step 1 이전)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0-A — 프론트 서버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package.json scripts.dev → next dev 실행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Router(src/app) 번들링 후 localhost:3000 대기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접속 시 layout → Providers → MainLayout 렌더 시작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"scripts":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"dev": "next dev"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http://localhost:3000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0-B — Redux/Saga 초기화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Store 생성 + watchSidebarSaga 등록 (Step 3 준비)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0-B — Store.ts / RootSaga.ts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Providers import store → sagaMiddleware.run(rootSaga) 즉시 실행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sidebar 초기값: items=[], loading=false, error=null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watchSidebarSaga가 fetchSidebarRequest.type 감시 대기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thunk:false — 비동기는 saga만 담당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Store.ts + RootSaga.ts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sagaMiddleware = createSagaMiddleware();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store = configureStore({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reducer: { sidebar: sidebarReducer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middleware: (g) =&gt;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g({ thunk: false }).concat(sagaMiddleware),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sagaMiddleware.run(rootSaga);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 all([fork(watchSidebarSaga)]);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22452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Step 3에서 takeLatest가 이 watcher를 통해 동작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 /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→ Sidebar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마운트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MainLayout이 Sidebar.tsx를 DOM에 올림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 — Sidebar 컴포넌트 마운트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RootLayout → Providers → MainLayout → &lt;Sidebar width={240} /&gt;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Sidebar는 layout에 고정 → 모든 페이지에서 항상 존재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마운트 = React가 컴포넌트를 DOM에 처음 붙이는 순간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Step에서 useEffect가 실행됨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MainLayout.tsx + layout.tsx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layout.tsx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&lt;Providers&gt;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&lt;MainLayout&gt;{children}&lt;/MainLayout&gt;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&lt;/Providers&gt;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MainLayout.tsx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&lt;Box sx={sidebarWrapSx}&gt;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&lt;Sidebar width={SIDEBAR_WIDTH} /&gt;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&lt;/Box&gt;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&lt;Box&gt;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 /&gt;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&lt;main&gt;{children}&lt;/main&gt;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&lt;/Box&gt;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22452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Browser가 HTML을 받은 뒤 Client Component hydration 완료 시점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02 /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 → Redux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dispatch(fetchSidebarRequest)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useEffect 마운트 시 액션 1회 전송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02 — fetchSidebarRequest dispatch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useDispatch()로 Redux store에 액션 전달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useEffect([], [dispatch]) → 마운트 후 1회만 실행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컴포넌트는 API를 직접 호출하지 않음 (관심사 분리)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액션 타입: sidebar/fetchSidebarRequest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Sidebar.tsx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dispatch = useDispatch();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React.useEffect(() =&gt;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dispatch(fetchSidebarRequest());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[dispatch]);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22452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Strict Mode에서 dev 환경은 effect 2회 실행될 수 있음 → takeLatest가 처리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03 /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Redux → Saga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takeLatest 감지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Slice loading=true + watcher가 worker 실행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03 — Slice reducer + takeLatest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reducer: loading=true, error=null → 스피너 표시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saga middleware가 action.type 감지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takeLatest(fetchSidebarRequest, fetchSidebarSaga) worker 시작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worker가 실행 중이면 cancel 후 새 worker만 유지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SidebarSlice.ts + SidebarSaga.ts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reducer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fetchSidebarRequest(state)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state.loading = true;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state.error = null;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watcher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 takeLatest(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fetchSidebarRequest.type,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fetchSidebarSaga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04 /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Saga →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call(fetchSidebarApi)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saga가 API 함수 Promise 실행 위임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04 — yield call(fetchSidebarApi)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function* fetchSidebarSaga() 제너레이터 실행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call(fn) = saga middleware가 fn() Promise를 실행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resolve 값이 items 변수에 할당됨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try/catch → 실패 시 fetchSidebarFailure dispatch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SidebarSaga.ts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function* fetchSidebarSaga()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items: SidebarItem[]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yield call(fetchSidebarApi);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put(fetchSidebarSuccess(items));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put(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fetchSidebarFailure(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"사이드바 로드 실패"));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22452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yield ≠ await. saga middleware가 next()로 재개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05 /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→ Spring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/api/menus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Axios cross-origin HTTP 요청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05 — Axios GET /api/menus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fetchSidebarApi() async 함수 실행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api.get('/api/menus') → baseURL + path 조합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URL: http://localhost:8081/api/menus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→ 백엔드 직접 요청 (Next.js proxy 없음) → CORS 필요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SidebarApi.ts + Axios.ts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api = axios.create({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baseURL: process.env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.NEXT_PUBLIC_API_URL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?? "http://localhost:8081",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fetchSidebarApi()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await api.get(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"/api/menus");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response.data;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05-B — HTTP 요청 상세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Method: GET  |  Accept: application/json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Origin: http://localhost:3000 (cross-origin)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성공: 200 + JSON 배열  |  실패: saga catch → error state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SidebarItem 타입 = MenuNodeDto JSON 구조와 동일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SidebarTypes.ts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type SidebarItem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number;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code: string;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path: string | null;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icon: string | null;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SidebarItem[];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06 /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→ Service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getMenuTree() 호출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Controller가 Service에 트리 조회 위임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06 — MenuController.getMenus()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@RestController + @RequestMapping('/api/menus')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@GetMapping → GET 요청 처리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menuService.getMenuTree() 결과를 JSON으로 직렬화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@CrossOrigin + WebConfig: localhost:3000 허용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MenuController.java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@RequestMapping("/api/menus")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@CrossOrigin(originPatterns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"http://localhost:3000",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"http://127.0.0.1:3000"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MenuController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List&lt;MenuNodeDto&gt; getMenus()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menuService.getMenuTree();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06-B — Spring Boot 진입점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HospitalApplication.main() → port 8081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@MapperScan('com.hospital.menu') → MenuMapper 등록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WebConfig CorsFilter + addCorsMappings 이중 CORS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application.yml: Oracle datasource + MyBatis mapper 경로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HospitalApplication.java + application.yml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@SpringBootApplication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@MapperScan("com.hospital.menu")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HospitalApplication { ...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port: 8081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datasource: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url: jdbc:oracle:thin:@...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mybatis: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mapper-locations: classpath:mapper/*.xml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07 /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→ DB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AUTH_MENU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MyBatis가 Oracle에서 평면 목록 조회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07 — MyBatis SQL 실행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MenuService.getMenuTree() → menuMapper.selectAllMenus()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MenuMapper.xml의 SELECT가 Oracle에 전달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CMH.AUTH_MENU WHERE IS_ACTIVE='Y' ORDER BY SORT_ORDER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resultType=com.hospital.menu.Menu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MenuMapper.xml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 id="selectAllMenus"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resultType="com.hospital.menu.Menu"&gt;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MENU_ID    AS 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PARENT_ID  AS parentId,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CODE, NAME, PATH, ICON,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SORT_ORDER AS sortOrder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CMH.AUTH_MENU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IS_ACTIVE = 'Y'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BY SORT_ORDER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08 /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→ Service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List&lt;Menu&gt; 반환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IS_ACTIVE='Y' row 목록이 Java로 매핑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08 — DB → List&lt;Menu&gt; 평면 목록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Oracle이 row 집합 반환 → MyBatis가 Menu 객체 리스트로 매핑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트리 아님 — parentId/sortOrder 포함 평면 구조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[{id:1,parentId:null}, {id:2,parentId:1}, ...]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map-underscore-to-camel-case: MENU_ID → 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Menu.java (엔티티)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Menu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Long id;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code;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name;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path;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icon;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Long parentId;   // 트리용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Integer sortOrder;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22452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Step 09 buildTree()의 입력 데이터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09 /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→ Spring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 트리 MenuNodeDto[]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buildTree() 재귀로 parentId 기반 트리 구성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09 — buildTree() 계층 변환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buildTree(flatList, null) → parentId==null인 루트부터 시작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menu에 대해 children = buildTree(flatList, menu.id) 재귀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sortOrder로 형제 노드 정렬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toDto() → MenuNodeDto (parentId/sortOrder 제외)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MenuService.java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List&lt;MenuNodeDto&gt; getMenuTree()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buildTree(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menuMapper.selectAllMenus(), null);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List&lt;MenuNodeDto&gt; buildTree(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List&lt;Menu&gt; flat, Long parentId)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flat.stream()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.filter(m -&gt; Objects.equals(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m.getParentId(), parentId))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.sorted(by sortOrder)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.map(m -&gt; { node.setChildren(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buildTree(flat, m.getId()));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node; })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.collect(...);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09-B — JSON 응답 예시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루트 배열 → 각 노드 children[] 중첩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leaf는 children: [] 빈 배열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path=null → 그룹 메뉴 (펼침만, Link 없음)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 → 프론트 SidebarIcons 맵과 매핑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MenuNodeDto JSON 예시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2,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"code": "PATIENT",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"환자 관리",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"path": null,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"icon": "People",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3,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"환자 목록",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"path": "/patients",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"children": []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10 /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→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HTTP 200 응답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Jackson이 List&lt;MenuNodeDto&gt; → JSON 직렬화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10 — Spring JSON HTTP 200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MVC가 List&lt;MenuNodeDto&gt; → application/json 직렬화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HTTP/1.1 200 OK + body: JSON 배열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Axios가 response 객체 { data, status, headers } 생성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 응답 헤더 포함 (Access-Control-Allow-Origin)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응답 구조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 id, code, name, path,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icon, children: [...] }]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Axios 내부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response.status === 200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response.data === JSON 파싱 결과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11 /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→ Saga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SidebarItem[] (response.data)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Axios가 JSON 파싱 후 .data만 return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11 — response.data → Saga items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fetchSidebarApi() return response.data → SidebarItem[]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call() resolve → const items = [...]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saga는 .data 접근 불필요 — API 레이어가 unwrap 완료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타입: Promise&lt;SidebarItem[]&gt;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SidebarApi.ts (return 지점)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fetchSidebarApi()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Promise&lt;SidebarItem[]&gt;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api.get&lt;SidebarItem[]&gt;(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"/api/menus");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response.data;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↑ saga의 items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saga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items = yield call(fetchSidebarApi);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22452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Axios response 전체가 아니라 return 값만 saga에 전달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12 /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Saga → Redux → 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put(success) → items → 렌더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Redux 갱신 후 Sidebar/SidebarItem 표시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12-A — put(fetchSidebarSuccess)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put() → Redux dispatch fetchSidebarSuccess(items)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reducer: loading=false, items=action.payload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useSelector 구독 컴포넌트 자동 재렌더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SidebarSlice.ts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fetchSidebarSuccess(state, action)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state.loading = false;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state.items = action.payload;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fetchSidebarFailure(state, action)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state.loading = false;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state.error = action.payload;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12-B — Sidebar UI 렌더링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loading → CircularProgress / error → Typography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items.map → SidebarItem 재귀 (Link / Collapse)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SidebarUtils.getOpenIds → 현재 pathname 부모 자동 펼침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Browser에 최종 메뉴 목록 표시 완료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Sidebar.tsx + SidebarItem.tsx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{items.map(item =&gt;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&lt;SidebarItem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key={item.id}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item={item}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pathname={pathname}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openIds={openIds}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leaf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&lt;ListItemButton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component={Link}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href={item.path} /&gt;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12-C — SidebarItem / SidebarUtils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depth 0 + icon → sidebarIconMap MUI 아이콘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hasChildren → Collapse + ExpandLess/More 토글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isItemActive / hasActiveChild → 선택·그룹 하이라이트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getOpenIds(pathname, items) → openIds state 갱신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SidebarUtils.ts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getOpenIds(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pathname: string,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items: SidebarItem[]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number[]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item of items)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(item.children?.length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hasActiveChild(pathname, item))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openIds.push(item.id);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openIds.push(...getOpenIds(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pathname, item.children));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openIds;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/ 데이터 매핑</a:t>
            </a:r>
            <a:endParaRPr lang="en-US" sz="2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Oracle DB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AUTH_MENU 컬럼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MENU_ID, PARENT_ID...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MyBatis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Menu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parentId, sortOrder 포함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Service/API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MenuNodeDto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children[], 트리 구조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Axios/Redux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SidebarItem[]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response.data → items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</a:t>
            </a:r>
            <a:endParaRPr lang="en-US" sz="2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사이드바 로드 실패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8081 미실행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Spring Boot 기동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CORS 에러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origin 불일치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WebConfig / @CrossOrigin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메뉴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row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IS_ACTIVE='Y'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Network Error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Oracle 다운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application.yml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로딩 무한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saga 미등록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run(rootSaga)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12단계 한 줄 요약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Sidebar 마운트 → 02 dispatch → 03 takeLatest+loading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yield call → 05 GET /api/menus → 06 Controller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SQL → 08 평면 Menu → 09 buildTree → 10 JSON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response.data → 12 put success → UI 렌더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26280" y="960120"/>
            <a:ext cx="416052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 파일 14개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FE: Sidebar.tsx, SidebarSaga.ts,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SidebarSlice.ts, SidebarApi.ts,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Store.ts, Axios.ts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BE: MenuController.java,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MenuService.java, MenuMapper.xml,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Menu.java, MenuNodeDto.java,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WebConfig.java, application.yml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sidebar-data-flow.md  ·  sidebar-data-flow.pptx  ·  12 Steps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사이드바 데이터 흐름 (12단계)</dc:title>
  <dc:subject>PptxGenJS Presentation</dc:subject>
  <dc:creator>Hospital Project</dc:creator>
  <cp:lastModifiedBy>Hospital Project</cp:lastModifiedBy>
  <cp:revision>1</cp:revision>
  <dcterms:created xsi:type="dcterms:W3CDTF">2026-06-02T01:36:34Z</dcterms:created>
  <dcterms:modified xsi:type="dcterms:W3CDTF">2026-06-02T01:36:34Z</dcterms:modified>
</cp:coreProperties>
</file>